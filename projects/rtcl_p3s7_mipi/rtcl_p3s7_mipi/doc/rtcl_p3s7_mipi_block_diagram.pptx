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竜司 渕上" userId="e643ea309c96c6f6" providerId="LiveId" clId="{AEA5E4D2-98B6-4BEE-B8DA-A8792E4969E0}"/>
    <pc:docChg chg="undo custSel addSld modSld">
      <pc:chgData name="竜司 渕上" userId="e643ea309c96c6f6" providerId="LiveId" clId="{AEA5E4D2-98B6-4BEE-B8DA-A8792E4969E0}" dt="2026-04-21T11:54:22.054" v="1436" actId="20577"/>
      <pc:docMkLst>
        <pc:docMk/>
      </pc:docMkLst>
      <pc:sldChg chg="addSp delSp modSp add mod">
        <pc:chgData name="竜司 渕上" userId="e643ea309c96c6f6" providerId="LiveId" clId="{AEA5E4D2-98B6-4BEE-B8DA-A8792E4969E0}" dt="2026-04-21T11:54:22.054" v="1436" actId="20577"/>
        <pc:sldMkLst>
          <pc:docMk/>
          <pc:sldMk cId="901490181" sldId="258"/>
        </pc:sldMkLst>
        <pc:spChg chg="add mod">
          <ac:chgData name="竜司 渕上" userId="e643ea309c96c6f6" providerId="LiveId" clId="{AEA5E4D2-98B6-4BEE-B8DA-A8792E4969E0}" dt="2026-04-21T11:54:22.054" v="1436" actId="20577"/>
          <ac:spMkLst>
            <pc:docMk/>
            <pc:sldMk cId="901490181" sldId="258"/>
            <ac:spMk id="89" creationId="{558E3BDB-BA38-5381-7F22-CD77309AA4E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9228B7-43A4-A76D-911A-96779D6D0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E8280A0-DA00-F21B-3D7E-C573F8338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4B10E0-1EED-661E-C8D6-92854E03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849F27-AEF3-1FE5-80FB-F912DEFE8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BC51FC-DE39-304B-CC81-A8874072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320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C60A0D-2D08-EF03-5F61-6BF6E3B9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023E18-4ACF-9F21-01C2-BD8858F57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92F2A6-4FD6-6E08-9BEA-8B26DC1C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D470E7-793D-9263-5D16-B026C26D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58735F-A264-3304-83FF-7CB28090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79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CD08D7-97BB-1CA4-81CD-6D927C666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3811B1-DC79-995E-01E3-DCB9AC0D4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DCAD1C-3B28-8A94-18C8-7EAD7B2E4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8F9C0D-6619-CDC1-C681-A65CA724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CE5408-9509-2EF2-8030-2726D9A1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7568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4ECEEE-1986-2F1D-B46D-9982E994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30AAF5-5FB9-FE42-9351-1E09C7CB7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CCE4F3-9727-1742-C7CA-0F4DE3638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81B916-350E-E67E-92A2-ED8ABC8C7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396420-B30D-8FEE-E8A6-F55AA9D8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312FCE-E052-9F64-5353-03D12A9F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544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49B0A6-4423-1162-09EB-6F654DA7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105E16-9EDA-E71A-A725-98B07DB7C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1856E2-0054-EA0D-B03F-CA0D61E00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2BD4AD8-31B0-7B7A-0DE0-79C91C187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74BCB71-42D9-FB9C-7F61-16540D7782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9BFC70D-2EF2-43F7-34FD-7DE71E89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C8169E8-0C2D-015D-20B7-865C5FAEA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B0B9DE-37B4-345C-98C1-79259C74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645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3D4D89-2DC4-A0F5-7C3A-4261414CF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7AF199B-026A-ABF4-472E-5E0C9D65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4181E28-27F8-11C6-7DE1-D83472EFB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17F08FD-9604-B8B4-A4A3-90D009CAE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432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AF25589-9A10-3188-7C2E-4005D429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C06676C-CE84-2888-F887-A7F5E9C0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915709-35EE-5D15-26D0-BA292600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7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31B672-0D75-B7EB-38B1-128CB43A7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82BCB2-304B-42F1-9503-2D9368419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0DA2A0-F288-435B-C1B8-DF853E38D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C22DC1-53A3-89B3-6BF7-D84EC193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8CF649-8BFB-E3A7-D5EE-381632E78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C871B3-BEA4-5963-9340-F195B444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490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BB0AB0-5134-5C2F-F0E4-40E0CD2F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B487930-44CC-60C1-9605-F8BD8CA54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844C16-5522-E99A-B089-FCFB91D2D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A01428-3A3B-7078-5E81-44ED7C3C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F134EF-5139-092A-C3CA-9D8B129A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251C52-5713-9A75-43D2-0D4133CF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330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C5831F-748A-2EF6-29A5-805049760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990A9A-F1D8-6C02-F498-621F5A772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0C6410-52CE-B218-85B0-AFB24ED1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0247E6-69B5-2EEE-F637-928CC80D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BBCFDB-EB5A-15BB-6216-EEF324F20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817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9E9896-3125-6922-A392-65C8F2D78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11CD05-61AB-718D-2A51-3D38BD789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D547C6-2C8E-518A-EC4E-DD5AAA33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8291CF-CD07-DF9C-A489-E22D7461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149281-2363-3787-7607-20E4466B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72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FD5868C-40A4-D848-DE35-43554B06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047619-7739-2A59-1A04-4141CD65D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A24928-E2CE-D1EF-7EFA-5302EED68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715AD-CD8D-427C-8ABD-CA92A8DED417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ADA436-2405-6DDF-F260-813ABBF69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B17DD8-2A26-4BCE-CAD7-EAAE472B4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EC9B8-8E7D-4CED-A730-64F783129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43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9835-EA4C-47B9-626C-15E5DF83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646ADE06-EC8D-93EC-2C29-62F204D92D2A}"/>
              </a:ext>
            </a:extLst>
          </p:cNvPr>
          <p:cNvSpPr/>
          <p:nvPr/>
        </p:nvSpPr>
        <p:spPr>
          <a:xfrm>
            <a:off x="2595570" y="3792861"/>
            <a:ext cx="2778792" cy="2022364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B3EECDAA-E96E-9347-0829-82D1F160ACDF}"/>
              </a:ext>
            </a:extLst>
          </p:cNvPr>
          <p:cNvSpPr/>
          <p:nvPr/>
        </p:nvSpPr>
        <p:spPr>
          <a:xfrm>
            <a:off x="2297261" y="979807"/>
            <a:ext cx="6369270" cy="510117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8D976DEC-2A05-374D-F951-20D47079B428}"/>
              </a:ext>
            </a:extLst>
          </p:cNvPr>
          <p:cNvSpPr/>
          <p:nvPr/>
        </p:nvSpPr>
        <p:spPr>
          <a:xfrm>
            <a:off x="2595570" y="1229854"/>
            <a:ext cx="2174625" cy="2439459"/>
          </a:xfrm>
          <a:prstGeom prst="rect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BF3BA27-AB35-9C0A-C04E-3D089707E283}"/>
              </a:ext>
            </a:extLst>
          </p:cNvPr>
          <p:cNvSpPr/>
          <p:nvPr/>
        </p:nvSpPr>
        <p:spPr>
          <a:xfrm>
            <a:off x="3540157" y="125189"/>
            <a:ext cx="3950716" cy="5116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dirty="0"/>
              <a:t>PYTHON300</a:t>
            </a:r>
            <a:r>
              <a:rPr kumimoji="1" lang="ja-JP" altLang="en-US" sz="1200" dirty="0"/>
              <a:t> </a:t>
            </a:r>
            <a:endParaRPr kumimoji="1" lang="en-US" altLang="ja-JP" sz="1200" dirty="0"/>
          </a:p>
          <a:p>
            <a:pPr algn="ctr"/>
            <a:r>
              <a:rPr kumimoji="1" lang="en-US" altLang="ja-JP" sz="1200" dirty="0"/>
              <a:t>Image Sensor</a:t>
            </a:r>
            <a:endParaRPr kumimoji="1" lang="ja-JP" altLang="en-US" sz="12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3403832-D12F-9861-6821-4985DCA0FA26}"/>
              </a:ext>
            </a:extLst>
          </p:cNvPr>
          <p:cNvSpPr/>
          <p:nvPr/>
        </p:nvSpPr>
        <p:spPr>
          <a:xfrm>
            <a:off x="6274236" y="1091968"/>
            <a:ext cx="798978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dirty="0"/>
              <a:t>SPI</a:t>
            </a:r>
            <a:endParaRPr kumimoji="1" lang="ja-JP" altLang="en-US" sz="1200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7424DF5-5A73-0980-B788-8A2B9C42719F}"/>
              </a:ext>
            </a:extLst>
          </p:cNvPr>
          <p:cNvCxnSpPr>
            <a:cxnSpLocks/>
          </p:cNvCxnSpPr>
          <p:nvPr/>
        </p:nvCxnSpPr>
        <p:spPr>
          <a:xfrm>
            <a:off x="6738693" y="633231"/>
            <a:ext cx="0" cy="45330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A557C24-7536-BCDB-5873-199709130387}"/>
              </a:ext>
            </a:extLst>
          </p:cNvPr>
          <p:cNvCxnSpPr>
            <a:cxnSpLocks/>
          </p:cNvCxnSpPr>
          <p:nvPr/>
        </p:nvCxnSpPr>
        <p:spPr>
          <a:xfrm>
            <a:off x="4075007" y="633231"/>
            <a:ext cx="0" cy="474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38249AA-541C-EEB8-995C-F9DAC20D6DA9}"/>
              </a:ext>
            </a:extLst>
          </p:cNvPr>
          <p:cNvSpPr txBox="1"/>
          <p:nvPr/>
        </p:nvSpPr>
        <p:spPr>
          <a:xfrm>
            <a:off x="4049804" y="666921"/>
            <a:ext cx="1818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LVDS(720</a:t>
            </a:r>
            <a:r>
              <a:rPr lang="en-US" altLang="ja-JP" sz="1200" dirty="0"/>
              <a:t>Mbps x 4ch</a:t>
            </a:r>
            <a:r>
              <a:rPr kumimoji="1" lang="en-US" altLang="ja-JP" sz="1200" dirty="0"/>
              <a:t>)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1263A83-0D7F-6662-4B52-9A655C62414B}"/>
              </a:ext>
            </a:extLst>
          </p:cNvPr>
          <p:cNvSpPr/>
          <p:nvPr/>
        </p:nvSpPr>
        <p:spPr>
          <a:xfrm>
            <a:off x="3540157" y="1107364"/>
            <a:ext cx="1058936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SERDES</a:t>
            </a:r>
            <a:endParaRPr kumimoji="1" lang="ja-JP" altLang="en-US" sz="120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9EBE2A2-0DDA-45B7-2D02-57C28D38957C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>
            <a:off x="4069625" y="1384363"/>
            <a:ext cx="0" cy="226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4338AD1-128B-E310-F401-E9B94EB6F1EE}"/>
              </a:ext>
            </a:extLst>
          </p:cNvPr>
          <p:cNvSpPr/>
          <p:nvPr/>
        </p:nvSpPr>
        <p:spPr>
          <a:xfrm>
            <a:off x="3540157" y="1610589"/>
            <a:ext cx="1058936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Align</a:t>
            </a:r>
            <a:endParaRPr kumimoji="1" lang="ja-JP" altLang="en-US" sz="1200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572FA83-7443-1DD3-8FBB-72387ECEB315}"/>
              </a:ext>
            </a:extLst>
          </p:cNvPr>
          <p:cNvSpPr/>
          <p:nvPr/>
        </p:nvSpPr>
        <p:spPr>
          <a:xfrm>
            <a:off x="5817535" y="2809973"/>
            <a:ext cx="798978" cy="5338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System</a:t>
            </a:r>
            <a:br>
              <a:rPr lang="en-US" altLang="ja-JP" sz="1200" dirty="0"/>
            </a:br>
            <a:r>
              <a:rPr lang="en-US" altLang="ja-JP" sz="1200" dirty="0"/>
              <a:t>Registers</a:t>
            </a:r>
            <a:endParaRPr kumimoji="1" lang="ja-JP" altLang="en-US" sz="1200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707E81A-9E94-5F37-45F1-DFE102639261}"/>
              </a:ext>
            </a:extLst>
          </p:cNvPr>
          <p:cNvSpPr/>
          <p:nvPr/>
        </p:nvSpPr>
        <p:spPr>
          <a:xfrm>
            <a:off x="3540157" y="2108429"/>
            <a:ext cx="1058936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to AXI-Stream</a:t>
            </a:r>
            <a:endParaRPr kumimoji="1" lang="ja-JP" altLang="en-US" sz="1200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FA7FE11-13F8-53EA-C7F0-AE1CE28AD28C}"/>
              </a:ext>
            </a:extLst>
          </p:cNvPr>
          <p:cNvCxnSpPr>
            <a:cxnSpLocks/>
            <a:stCxn id="29" idx="2"/>
            <a:endCxn id="14" idx="0"/>
          </p:cNvCxnSpPr>
          <p:nvPr/>
        </p:nvCxnSpPr>
        <p:spPr>
          <a:xfrm>
            <a:off x="4069625" y="1902984"/>
            <a:ext cx="0" cy="205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79999B1-586E-CA95-19E7-ABE0BA781AC0}"/>
              </a:ext>
            </a:extLst>
          </p:cNvPr>
          <p:cNvSpPr/>
          <p:nvPr/>
        </p:nvSpPr>
        <p:spPr>
          <a:xfrm>
            <a:off x="3540157" y="2606269"/>
            <a:ext cx="1058936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Pixel Swap</a:t>
            </a:r>
            <a:endParaRPr kumimoji="1" lang="ja-JP" altLang="en-US" sz="1200" dirty="0"/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59D7BE15-5E7D-A8D5-16EF-A67380ADF1CC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4069625" y="2400824"/>
            <a:ext cx="0" cy="205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BDD8635-8904-53AA-5585-DA25B3D82FF1}"/>
              </a:ext>
            </a:extLst>
          </p:cNvPr>
          <p:cNvSpPr/>
          <p:nvPr/>
        </p:nvSpPr>
        <p:spPr>
          <a:xfrm>
            <a:off x="3540157" y="3112519"/>
            <a:ext cx="1058936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Clip</a:t>
            </a:r>
            <a:endParaRPr kumimoji="1" lang="ja-JP" altLang="en-US" sz="1200" dirty="0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4C294016-655D-2E25-897C-9C8BC5DB0C8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4069625" y="2907074"/>
            <a:ext cx="0" cy="205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9FB1726-27D2-4DF6-9B06-D40348D82B2D}"/>
              </a:ext>
            </a:extLst>
          </p:cNvPr>
          <p:cNvSpPr/>
          <p:nvPr/>
        </p:nvSpPr>
        <p:spPr>
          <a:xfrm>
            <a:off x="3540157" y="3610359"/>
            <a:ext cx="1058936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FIFO</a:t>
            </a:r>
            <a:endParaRPr kumimoji="1" lang="ja-JP" altLang="en-US" sz="1200" dirty="0"/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CCBDDA7E-F32C-C720-31EA-9AFF3FBD0DB3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069625" y="3404914"/>
            <a:ext cx="0" cy="205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0240114-42E8-1F9F-4E0A-89E66B05016B}"/>
              </a:ext>
            </a:extLst>
          </p:cNvPr>
          <p:cNvSpPr/>
          <p:nvPr/>
        </p:nvSpPr>
        <p:spPr>
          <a:xfrm>
            <a:off x="2916948" y="4442537"/>
            <a:ext cx="1058936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to 2byte lane</a:t>
            </a:r>
            <a:endParaRPr lang="ja-JP" altLang="en-US" sz="1200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51B9FAA-7CA3-57E8-8366-7391747AE73C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3446416" y="4734932"/>
            <a:ext cx="0" cy="140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E617770-6593-CA8E-45D9-458DCA86598A}"/>
              </a:ext>
            </a:extLst>
          </p:cNvPr>
          <p:cNvSpPr/>
          <p:nvPr/>
        </p:nvSpPr>
        <p:spPr>
          <a:xfrm>
            <a:off x="4145655" y="4441795"/>
            <a:ext cx="1058936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zero-stuff</a:t>
            </a:r>
            <a:endParaRPr lang="ja-JP" altLang="en-US" sz="1200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2FFFECBC-BDA4-C29A-E7B1-47435D1EFD8B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4675123" y="4307965"/>
            <a:ext cx="0" cy="13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CF6FB406-CFBE-2209-3053-C26FF0DF7B6C}"/>
              </a:ext>
            </a:extLst>
          </p:cNvPr>
          <p:cNvSpPr/>
          <p:nvPr/>
        </p:nvSpPr>
        <p:spPr>
          <a:xfrm>
            <a:off x="7786764" y="154370"/>
            <a:ext cx="735991" cy="4533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dirty="0"/>
              <a:t>Power</a:t>
            </a:r>
          </a:p>
          <a:p>
            <a:pPr algn="ctr"/>
            <a:r>
              <a:rPr lang="en-US" altLang="ja-JP" sz="1200" dirty="0"/>
              <a:t>IC</a:t>
            </a:r>
            <a:endParaRPr kumimoji="1" lang="ja-JP" altLang="en-US" sz="1200" dirty="0"/>
          </a:p>
        </p:txBody>
      </p:sp>
      <p:sp>
        <p:nvSpPr>
          <p:cNvPr id="45" name="四角形: 上の 2 つの角を切り取る 44">
            <a:extLst>
              <a:ext uri="{FF2B5EF4-FFF2-40B4-BE49-F238E27FC236}">
                <a16:creationId xmlns:a16="http://schemas.microsoft.com/office/drawing/2014/main" id="{8304DDF4-967C-9DC6-6378-A36BB8F6D350}"/>
              </a:ext>
            </a:extLst>
          </p:cNvPr>
          <p:cNvSpPr/>
          <p:nvPr/>
        </p:nvSpPr>
        <p:spPr>
          <a:xfrm>
            <a:off x="2923377" y="4106300"/>
            <a:ext cx="2297260" cy="205445"/>
          </a:xfrm>
          <a:prstGeom prst="snip2SameRect">
            <a:avLst>
              <a:gd name="adj1" fmla="val 50000"/>
              <a:gd name="adj2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/>
              <a:t>mode select</a:t>
            </a:r>
            <a:endParaRPr kumimoji="1" lang="ja-JP" altLang="en-US" sz="11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A299AB3-DBF6-1586-97C1-2126DCA26202}"/>
              </a:ext>
            </a:extLst>
          </p:cNvPr>
          <p:cNvSpPr/>
          <p:nvPr/>
        </p:nvSpPr>
        <p:spPr>
          <a:xfrm>
            <a:off x="2916948" y="4874994"/>
            <a:ext cx="1058936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CSI2-TX</a:t>
            </a:r>
            <a:endParaRPr lang="ja-JP" altLang="en-US" sz="1200" dirty="0"/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91FD6A8A-B895-5353-B762-372534982A39}"/>
              </a:ext>
            </a:extLst>
          </p:cNvPr>
          <p:cNvCxnSpPr>
            <a:cxnSpLocks/>
          </p:cNvCxnSpPr>
          <p:nvPr/>
        </p:nvCxnSpPr>
        <p:spPr>
          <a:xfrm>
            <a:off x="3448598" y="4311745"/>
            <a:ext cx="0" cy="122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四角形: 上の 2 つの角を切り取る 58">
            <a:extLst>
              <a:ext uri="{FF2B5EF4-FFF2-40B4-BE49-F238E27FC236}">
                <a16:creationId xmlns:a16="http://schemas.microsoft.com/office/drawing/2014/main" id="{C7E45AB0-2687-2F17-1250-46526182CDBB}"/>
              </a:ext>
            </a:extLst>
          </p:cNvPr>
          <p:cNvSpPr/>
          <p:nvPr/>
        </p:nvSpPr>
        <p:spPr>
          <a:xfrm rot="10800000">
            <a:off x="2920027" y="5273553"/>
            <a:ext cx="2297260" cy="205445"/>
          </a:xfrm>
          <a:prstGeom prst="snip2SameRect">
            <a:avLst>
              <a:gd name="adj1" fmla="val 50000"/>
              <a:gd name="adj2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100" dirty="0"/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30872480-4F4A-DEBD-1E76-7B4CD50F5C3D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3446416" y="5167389"/>
            <a:ext cx="0" cy="106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0126FFAC-06FD-18C0-242C-25B7A77592BA}"/>
              </a:ext>
            </a:extLst>
          </p:cNvPr>
          <p:cNvCxnSpPr>
            <a:cxnSpLocks/>
            <a:stCxn id="158" idx="2"/>
          </p:cNvCxnSpPr>
          <p:nvPr/>
        </p:nvCxnSpPr>
        <p:spPr>
          <a:xfrm flipH="1">
            <a:off x="4669370" y="5156635"/>
            <a:ext cx="524" cy="123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6B8B315F-4285-B554-932C-6B154FC4F4EF}"/>
              </a:ext>
            </a:extLst>
          </p:cNvPr>
          <p:cNvCxnSpPr>
            <a:cxnSpLocks/>
            <a:stCxn id="59" idx="3"/>
            <a:endCxn id="63" idx="0"/>
          </p:cNvCxnSpPr>
          <p:nvPr/>
        </p:nvCxnSpPr>
        <p:spPr>
          <a:xfrm flipH="1">
            <a:off x="4066493" y="5478998"/>
            <a:ext cx="2164" cy="172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71DCBCEA-C4E1-D795-5B55-CEAE39D2ED16}"/>
              </a:ext>
            </a:extLst>
          </p:cNvPr>
          <p:cNvSpPr/>
          <p:nvPr/>
        </p:nvSpPr>
        <p:spPr>
          <a:xfrm>
            <a:off x="3537025" y="5651410"/>
            <a:ext cx="1058936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DPHY-TX</a:t>
            </a:r>
            <a:endParaRPr lang="ja-JP" altLang="en-US" sz="1200" dirty="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187F762-67B2-44F6-4B51-B02D20A7DD77}"/>
              </a:ext>
            </a:extLst>
          </p:cNvPr>
          <p:cNvSpPr/>
          <p:nvPr/>
        </p:nvSpPr>
        <p:spPr>
          <a:xfrm>
            <a:off x="2919128" y="6400669"/>
            <a:ext cx="4773809" cy="3857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dirty="0"/>
              <a:t>KV260 or ZYBO</a:t>
            </a:r>
            <a:endParaRPr kumimoji="1" lang="ja-JP" altLang="en-US" sz="1200" dirty="0"/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69ECB2CF-771A-D215-AC1B-8B1ABE7E56B2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4066062" y="5943805"/>
            <a:ext cx="431" cy="456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A1E837FD-FA12-6AC4-862E-9F0E04620DB9}"/>
              </a:ext>
            </a:extLst>
          </p:cNvPr>
          <p:cNvSpPr/>
          <p:nvPr/>
        </p:nvSpPr>
        <p:spPr>
          <a:xfrm>
            <a:off x="6070776" y="5650353"/>
            <a:ext cx="798978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dirty="0"/>
              <a:t>I2C</a:t>
            </a:r>
            <a:endParaRPr kumimoji="1" lang="ja-JP" altLang="en-US" sz="1200" dirty="0"/>
          </a:p>
        </p:txBody>
      </p: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AED6A690-B2AF-61EE-460A-884C9C9E48D8}"/>
              </a:ext>
            </a:extLst>
          </p:cNvPr>
          <p:cNvCxnSpPr>
            <a:cxnSpLocks/>
          </p:cNvCxnSpPr>
          <p:nvPr/>
        </p:nvCxnSpPr>
        <p:spPr>
          <a:xfrm>
            <a:off x="6492599" y="5943805"/>
            <a:ext cx="0" cy="45686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DF8DF2FA-8499-4B35-B08E-F2E00177F09C}"/>
              </a:ext>
            </a:extLst>
          </p:cNvPr>
          <p:cNvCxnSpPr>
            <a:cxnSpLocks/>
          </p:cNvCxnSpPr>
          <p:nvPr/>
        </p:nvCxnSpPr>
        <p:spPr>
          <a:xfrm>
            <a:off x="6753281" y="1394717"/>
            <a:ext cx="0" cy="426577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2E515693-F255-2CF6-C91C-98A2E73B9DBB}"/>
              </a:ext>
            </a:extLst>
          </p:cNvPr>
          <p:cNvCxnSpPr>
            <a:cxnSpLocks/>
          </p:cNvCxnSpPr>
          <p:nvPr/>
        </p:nvCxnSpPr>
        <p:spPr>
          <a:xfrm flipV="1">
            <a:off x="7289539" y="633529"/>
            <a:ext cx="0" cy="5767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7792AE7A-8728-15F3-D204-C608C060C1DB}"/>
              </a:ext>
            </a:extLst>
          </p:cNvPr>
          <p:cNvSpPr txBox="1"/>
          <p:nvPr/>
        </p:nvSpPr>
        <p:spPr>
          <a:xfrm>
            <a:off x="2297261" y="962774"/>
            <a:ext cx="896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Spartan-7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C6F14F3A-654A-A5BB-EDD2-295CDD8DF2C6}"/>
              </a:ext>
            </a:extLst>
          </p:cNvPr>
          <p:cNvSpPr txBox="1"/>
          <p:nvPr/>
        </p:nvSpPr>
        <p:spPr>
          <a:xfrm>
            <a:off x="2583260" y="1238165"/>
            <a:ext cx="681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rgbClr val="0070C0"/>
                </a:solidFill>
              </a:rPr>
              <a:t>72MHz</a:t>
            </a:r>
            <a:endParaRPr kumimoji="1" lang="ja-JP" altLang="en-US" sz="1200" dirty="0">
              <a:solidFill>
                <a:srgbClr val="0070C0"/>
              </a:solidFill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A3F70D81-5D26-A800-7222-5576BDF862B8}"/>
              </a:ext>
            </a:extLst>
          </p:cNvPr>
          <p:cNvSpPr txBox="1"/>
          <p:nvPr/>
        </p:nvSpPr>
        <p:spPr>
          <a:xfrm>
            <a:off x="2545657" y="3832844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00B050"/>
                </a:solidFill>
              </a:rPr>
              <a:t>156</a:t>
            </a:r>
            <a:r>
              <a:rPr lang="en-US" altLang="ja-JP" sz="1200" dirty="0">
                <a:solidFill>
                  <a:srgbClr val="00B050"/>
                </a:solidFill>
              </a:rPr>
              <a:t>.25MHz</a:t>
            </a:r>
            <a:endParaRPr kumimoji="1" lang="en-US" altLang="ja-JP" sz="1200" dirty="0">
              <a:solidFill>
                <a:srgbClr val="00B050"/>
              </a:solidFill>
            </a:endParaRP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558E3BDB-BA38-5381-7F22-CD77309AA4EF}"/>
              </a:ext>
            </a:extLst>
          </p:cNvPr>
          <p:cNvSpPr txBox="1"/>
          <p:nvPr/>
        </p:nvSpPr>
        <p:spPr>
          <a:xfrm>
            <a:off x="4087860" y="6104684"/>
            <a:ext cx="18004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DPHY(1250Mbps </a:t>
            </a:r>
            <a:r>
              <a:rPr kumimoji="1" lang="en-US" altLang="ja-JP" sz="1050"/>
              <a:t>x 2lane</a:t>
            </a:r>
            <a:r>
              <a:rPr kumimoji="1" lang="en-US" altLang="ja-JP" sz="1050" dirty="0"/>
              <a:t>)</a:t>
            </a:r>
            <a:endParaRPr kumimoji="1" lang="ja-JP" altLang="en-US" sz="1050" dirty="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5562B6B6-B58B-30EF-A09A-E665F1A817A4}"/>
              </a:ext>
            </a:extLst>
          </p:cNvPr>
          <p:cNvSpPr txBox="1"/>
          <p:nvPr/>
        </p:nvSpPr>
        <p:spPr>
          <a:xfrm>
            <a:off x="4048452" y="1370748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10bit x 4</a:t>
            </a:r>
            <a:endParaRPr kumimoji="1" lang="ja-JP" altLang="en-US" sz="1000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5B587F9-5D70-46D0-D2C4-47F51EAFA223}"/>
              </a:ext>
            </a:extLst>
          </p:cNvPr>
          <p:cNvSpPr txBox="1"/>
          <p:nvPr/>
        </p:nvSpPr>
        <p:spPr>
          <a:xfrm>
            <a:off x="4078676" y="5442094"/>
            <a:ext cx="6142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8</a:t>
            </a:r>
            <a:r>
              <a:rPr kumimoji="1" lang="en-US" altLang="ja-JP" sz="1000" dirty="0"/>
              <a:t>bit x 2</a:t>
            </a:r>
            <a:endParaRPr kumimoji="1" lang="ja-JP" altLang="en-US" sz="1000" dirty="0"/>
          </a:p>
        </p:txBody>
      </p: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0EB8D4D7-3C58-F144-FB14-AE26D971729A}"/>
              </a:ext>
            </a:extLst>
          </p:cNvPr>
          <p:cNvCxnSpPr>
            <a:cxnSpLocks/>
          </p:cNvCxnSpPr>
          <p:nvPr/>
        </p:nvCxnSpPr>
        <p:spPr>
          <a:xfrm flipV="1">
            <a:off x="7166370" y="6070918"/>
            <a:ext cx="0" cy="321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46F34B9-255A-FA76-C6E1-8009010AD7FB}"/>
              </a:ext>
            </a:extLst>
          </p:cNvPr>
          <p:cNvSpPr txBox="1"/>
          <p:nvPr/>
        </p:nvSpPr>
        <p:spPr>
          <a:xfrm>
            <a:off x="6432741" y="6093964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I2C</a:t>
            </a:r>
            <a:endParaRPr kumimoji="1" lang="ja-JP" altLang="en-US" sz="1050" dirty="0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8AC585B1-07D4-BAE8-8978-EE078B40C03E}"/>
              </a:ext>
            </a:extLst>
          </p:cNvPr>
          <p:cNvSpPr txBox="1"/>
          <p:nvPr/>
        </p:nvSpPr>
        <p:spPr>
          <a:xfrm>
            <a:off x="7274243" y="6129848"/>
            <a:ext cx="8018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GPIO[1:0]</a:t>
            </a:r>
            <a:endParaRPr kumimoji="1" lang="ja-JP" altLang="en-US" sz="1050" dirty="0"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0785908A-2522-F8E0-04C5-A5F2312E18F3}"/>
              </a:ext>
            </a:extLst>
          </p:cNvPr>
          <p:cNvSpPr txBox="1"/>
          <p:nvPr/>
        </p:nvSpPr>
        <p:spPr>
          <a:xfrm rot="16200000">
            <a:off x="6821108" y="5669591"/>
            <a:ext cx="611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RESET</a:t>
            </a:r>
            <a:endParaRPr kumimoji="1" lang="ja-JP" altLang="en-US" sz="1050" dirty="0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92E1DEC0-8C73-87B7-32E0-E4FD80283AB0}"/>
              </a:ext>
            </a:extLst>
          </p:cNvPr>
          <p:cNvSpPr txBox="1"/>
          <p:nvPr/>
        </p:nvSpPr>
        <p:spPr>
          <a:xfrm rot="16200000">
            <a:off x="6816093" y="1895083"/>
            <a:ext cx="7681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TRIGGER</a:t>
            </a:r>
            <a:endParaRPr kumimoji="1" lang="ja-JP" altLang="en-US" sz="1050" dirty="0"/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E3CB8946-1E91-2C7F-AFDF-5E4373C13A6A}"/>
              </a:ext>
            </a:extLst>
          </p:cNvPr>
          <p:cNvSpPr txBox="1"/>
          <p:nvPr/>
        </p:nvSpPr>
        <p:spPr>
          <a:xfrm>
            <a:off x="6698435" y="696501"/>
            <a:ext cx="3994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SPI</a:t>
            </a:r>
            <a:endParaRPr kumimoji="1" lang="ja-JP" altLang="en-US" sz="1050" dirty="0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E08B87F8-9FFE-2457-8EEB-0537D7FD0626}"/>
              </a:ext>
            </a:extLst>
          </p:cNvPr>
          <p:cNvSpPr/>
          <p:nvPr/>
        </p:nvSpPr>
        <p:spPr>
          <a:xfrm>
            <a:off x="7786764" y="1229854"/>
            <a:ext cx="735991" cy="4533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dirty="0"/>
              <a:t>Power</a:t>
            </a:r>
            <a:br>
              <a:rPr kumimoji="1" lang="en-US" altLang="ja-JP" sz="1200" dirty="0"/>
            </a:br>
            <a:r>
              <a:rPr kumimoji="1" lang="en-US" altLang="ja-JP" sz="1200" dirty="0"/>
              <a:t>Manager</a:t>
            </a:r>
            <a:endParaRPr kumimoji="1" lang="ja-JP" altLang="en-US" sz="1200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1B68D2DD-4B43-09F4-344B-D86C22FAB28E}"/>
              </a:ext>
            </a:extLst>
          </p:cNvPr>
          <p:cNvCxnSpPr>
            <a:cxnSpLocks/>
          </p:cNvCxnSpPr>
          <p:nvPr/>
        </p:nvCxnSpPr>
        <p:spPr>
          <a:xfrm flipV="1">
            <a:off x="6202664" y="5001389"/>
            <a:ext cx="3287" cy="644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F798BF1F-D522-F2CD-477A-8BF5BCA99C26}"/>
              </a:ext>
            </a:extLst>
          </p:cNvPr>
          <p:cNvCxnSpPr>
            <a:cxnSpLocks/>
          </p:cNvCxnSpPr>
          <p:nvPr/>
        </p:nvCxnSpPr>
        <p:spPr>
          <a:xfrm flipH="1" flipV="1">
            <a:off x="5921692" y="4696702"/>
            <a:ext cx="0" cy="304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1567430E-4387-A57C-1BC5-FDDF3F0576B8}"/>
              </a:ext>
            </a:extLst>
          </p:cNvPr>
          <p:cNvCxnSpPr/>
          <p:nvPr/>
        </p:nvCxnSpPr>
        <p:spPr>
          <a:xfrm>
            <a:off x="5788197" y="5001389"/>
            <a:ext cx="7736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2A378AE9-5C5A-4467-A26E-7A85E8ECAE68}"/>
              </a:ext>
            </a:extLst>
          </p:cNvPr>
          <p:cNvSpPr/>
          <p:nvPr/>
        </p:nvSpPr>
        <p:spPr>
          <a:xfrm>
            <a:off x="5563162" y="4400594"/>
            <a:ext cx="653862" cy="311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MMCM</a:t>
            </a:r>
            <a:endParaRPr kumimoji="1" lang="ja-JP" altLang="en-US" sz="1200" dirty="0"/>
          </a:p>
        </p:txBody>
      </p: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98CE58ED-D6AE-D1E1-41DE-7F652B17461D}"/>
              </a:ext>
            </a:extLst>
          </p:cNvPr>
          <p:cNvCxnSpPr>
            <a:cxnSpLocks/>
          </p:cNvCxnSpPr>
          <p:nvPr/>
        </p:nvCxnSpPr>
        <p:spPr>
          <a:xfrm flipH="1" flipV="1">
            <a:off x="5374362" y="4562989"/>
            <a:ext cx="188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E1909898-8827-E29C-AB6F-100AFAF75229}"/>
              </a:ext>
            </a:extLst>
          </p:cNvPr>
          <p:cNvCxnSpPr>
            <a:cxnSpLocks/>
          </p:cNvCxnSpPr>
          <p:nvPr/>
        </p:nvCxnSpPr>
        <p:spPr>
          <a:xfrm flipV="1">
            <a:off x="6335759" y="3343857"/>
            <a:ext cx="0" cy="1645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2C881852-83F3-2D8C-94E3-823098EE0928}"/>
              </a:ext>
            </a:extLst>
          </p:cNvPr>
          <p:cNvCxnSpPr>
            <a:cxnSpLocks/>
            <a:stCxn id="100" idx="0"/>
            <a:endCxn id="44" idx="2"/>
          </p:cNvCxnSpPr>
          <p:nvPr/>
        </p:nvCxnSpPr>
        <p:spPr>
          <a:xfrm flipV="1">
            <a:off x="8154760" y="607678"/>
            <a:ext cx="0" cy="622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直線矢印コネクタ 130">
            <a:extLst>
              <a:ext uri="{FF2B5EF4-FFF2-40B4-BE49-F238E27FC236}">
                <a16:creationId xmlns:a16="http://schemas.microsoft.com/office/drawing/2014/main" id="{88828CD8-D2FC-36C1-AA05-CE6D539370C9}"/>
              </a:ext>
            </a:extLst>
          </p:cNvPr>
          <p:cNvCxnSpPr>
            <a:cxnSpLocks/>
            <a:stCxn id="44" idx="1"/>
            <a:endCxn id="4" idx="3"/>
          </p:cNvCxnSpPr>
          <p:nvPr/>
        </p:nvCxnSpPr>
        <p:spPr>
          <a:xfrm flipH="1">
            <a:off x="7490873" y="381024"/>
            <a:ext cx="295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068B09A1-D07F-486B-9071-ECD3F723BA3A}"/>
              </a:ext>
            </a:extLst>
          </p:cNvPr>
          <p:cNvSpPr/>
          <p:nvPr/>
        </p:nvSpPr>
        <p:spPr>
          <a:xfrm>
            <a:off x="5567890" y="3958332"/>
            <a:ext cx="649134" cy="311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PLL</a:t>
            </a:r>
            <a:endParaRPr kumimoji="1" lang="ja-JP" altLang="en-US" sz="1200" dirty="0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E3F88C00-BF78-837F-667A-5A750CFB5D4B}"/>
              </a:ext>
            </a:extLst>
          </p:cNvPr>
          <p:cNvSpPr/>
          <p:nvPr/>
        </p:nvSpPr>
        <p:spPr>
          <a:xfrm>
            <a:off x="8944344" y="5589108"/>
            <a:ext cx="620971" cy="4714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dirty="0"/>
              <a:t>OSC</a:t>
            </a:r>
            <a:br>
              <a:rPr kumimoji="1" lang="en-US" altLang="ja-JP" sz="1000" dirty="0"/>
            </a:br>
            <a:r>
              <a:rPr kumimoji="1" lang="en-US" altLang="ja-JP" sz="1000" dirty="0"/>
              <a:t>50MHz</a:t>
            </a:r>
            <a:endParaRPr kumimoji="1" lang="ja-JP" altLang="en-US" sz="1000" dirty="0"/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C080C16D-01A9-4277-FB61-522232C17E5A}"/>
              </a:ext>
            </a:extLst>
          </p:cNvPr>
          <p:cNvSpPr/>
          <p:nvPr/>
        </p:nvSpPr>
        <p:spPr>
          <a:xfrm>
            <a:off x="8938305" y="4927798"/>
            <a:ext cx="620971" cy="4714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dirty="0"/>
              <a:t>OSC</a:t>
            </a:r>
            <a:br>
              <a:rPr kumimoji="1" lang="en-US" altLang="ja-JP" sz="1000" dirty="0"/>
            </a:br>
            <a:r>
              <a:rPr kumimoji="1" lang="en-US" altLang="ja-JP" sz="1000" dirty="0"/>
              <a:t>72MHz</a:t>
            </a:r>
            <a:endParaRPr kumimoji="1" lang="ja-JP" altLang="en-US" sz="1000" dirty="0"/>
          </a:p>
        </p:txBody>
      </p:sp>
      <p:cxnSp>
        <p:nvCxnSpPr>
          <p:cNvPr id="140" name="直線矢印コネクタ 139">
            <a:extLst>
              <a:ext uri="{FF2B5EF4-FFF2-40B4-BE49-F238E27FC236}">
                <a16:creationId xmlns:a16="http://schemas.microsoft.com/office/drawing/2014/main" id="{F1F8B20C-5E82-843E-BF4B-0C97C1253C9C}"/>
              </a:ext>
            </a:extLst>
          </p:cNvPr>
          <p:cNvCxnSpPr>
            <a:cxnSpLocks/>
            <a:stCxn id="138" idx="1"/>
          </p:cNvCxnSpPr>
          <p:nvPr/>
        </p:nvCxnSpPr>
        <p:spPr>
          <a:xfrm flipH="1">
            <a:off x="8648513" y="5163538"/>
            <a:ext cx="2897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直線矢印コネクタ 140">
            <a:extLst>
              <a:ext uri="{FF2B5EF4-FFF2-40B4-BE49-F238E27FC236}">
                <a16:creationId xmlns:a16="http://schemas.microsoft.com/office/drawing/2014/main" id="{9A03D402-14C0-F5EE-4D38-29F84912FDF9}"/>
              </a:ext>
            </a:extLst>
          </p:cNvPr>
          <p:cNvCxnSpPr>
            <a:cxnSpLocks/>
            <a:stCxn id="137" idx="1"/>
          </p:cNvCxnSpPr>
          <p:nvPr/>
        </p:nvCxnSpPr>
        <p:spPr>
          <a:xfrm flipH="1">
            <a:off x="8666531" y="5824848"/>
            <a:ext cx="2778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88849FD8-AB69-E7A5-79A8-06D5D24D279C}"/>
              </a:ext>
            </a:extLst>
          </p:cNvPr>
          <p:cNvSpPr/>
          <p:nvPr/>
        </p:nvSpPr>
        <p:spPr>
          <a:xfrm>
            <a:off x="8962140" y="3748128"/>
            <a:ext cx="620971" cy="4714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dirty="0"/>
              <a:t>SPI</a:t>
            </a:r>
            <a:br>
              <a:rPr kumimoji="1" lang="en-US" altLang="ja-JP" sz="1000" dirty="0"/>
            </a:br>
            <a:r>
              <a:rPr kumimoji="1" lang="en-US" altLang="ja-JP" sz="1000" dirty="0"/>
              <a:t>ROM</a:t>
            </a:r>
            <a:endParaRPr kumimoji="1" lang="ja-JP" altLang="en-US" sz="1000" dirty="0"/>
          </a:p>
        </p:txBody>
      </p:sp>
      <p:cxnSp>
        <p:nvCxnSpPr>
          <p:cNvPr id="146" name="直線矢印コネクタ 145">
            <a:extLst>
              <a:ext uri="{FF2B5EF4-FFF2-40B4-BE49-F238E27FC236}">
                <a16:creationId xmlns:a16="http://schemas.microsoft.com/office/drawing/2014/main" id="{5BEA20CB-AFF0-57AE-517A-1AE4856ED225}"/>
              </a:ext>
            </a:extLst>
          </p:cNvPr>
          <p:cNvCxnSpPr>
            <a:cxnSpLocks/>
            <a:stCxn id="145" idx="1"/>
          </p:cNvCxnSpPr>
          <p:nvPr/>
        </p:nvCxnSpPr>
        <p:spPr>
          <a:xfrm flipH="1">
            <a:off x="8672348" y="3983868"/>
            <a:ext cx="28979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B4DCAD04-6200-104B-E1F5-1163EA2951F4}"/>
              </a:ext>
            </a:extLst>
          </p:cNvPr>
          <p:cNvSpPr/>
          <p:nvPr/>
        </p:nvSpPr>
        <p:spPr>
          <a:xfrm>
            <a:off x="8962140" y="3039937"/>
            <a:ext cx="620971" cy="4714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dirty="0"/>
              <a:t>JTAG</a:t>
            </a:r>
            <a:endParaRPr kumimoji="1" lang="ja-JP" altLang="en-US" sz="1000" dirty="0"/>
          </a:p>
        </p:txBody>
      </p:sp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1B8BC3F2-6515-7F1B-61D5-B73573FC91FD}"/>
              </a:ext>
            </a:extLst>
          </p:cNvPr>
          <p:cNvCxnSpPr>
            <a:cxnSpLocks/>
            <a:stCxn id="147" idx="1"/>
          </p:cNvCxnSpPr>
          <p:nvPr/>
        </p:nvCxnSpPr>
        <p:spPr>
          <a:xfrm flipH="1">
            <a:off x="8672348" y="3275677"/>
            <a:ext cx="28979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A72FDC44-DCFC-F48E-310F-C44D42BD3B8E}"/>
              </a:ext>
            </a:extLst>
          </p:cNvPr>
          <p:cNvSpPr/>
          <p:nvPr/>
        </p:nvSpPr>
        <p:spPr>
          <a:xfrm>
            <a:off x="8964319" y="2410876"/>
            <a:ext cx="620971" cy="4714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dirty="0"/>
              <a:t>PMOD</a:t>
            </a:r>
            <a:endParaRPr kumimoji="1" lang="ja-JP" altLang="en-US" sz="1000" dirty="0"/>
          </a:p>
        </p:txBody>
      </p:sp>
      <p:cxnSp>
        <p:nvCxnSpPr>
          <p:cNvPr id="150" name="直線矢印コネクタ 149">
            <a:extLst>
              <a:ext uri="{FF2B5EF4-FFF2-40B4-BE49-F238E27FC236}">
                <a16:creationId xmlns:a16="http://schemas.microsoft.com/office/drawing/2014/main" id="{1FA1188A-AD4F-7803-5153-BC20DD58CAE3}"/>
              </a:ext>
            </a:extLst>
          </p:cNvPr>
          <p:cNvCxnSpPr>
            <a:cxnSpLocks/>
            <a:stCxn id="149" idx="1"/>
            <a:endCxn id="2" idx="3"/>
          </p:cNvCxnSpPr>
          <p:nvPr/>
        </p:nvCxnSpPr>
        <p:spPr>
          <a:xfrm flipH="1">
            <a:off x="8384087" y="2646616"/>
            <a:ext cx="580232" cy="1683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2DC0F803-77CA-0E96-A7DC-DF9D00B9387F}"/>
              </a:ext>
            </a:extLst>
          </p:cNvPr>
          <p:cNvSpPr/>
          <p:nvPr/>
        </p:nvSpPr>
        <p:spPr>
          <a:xfrm>
            <a:off x="8962140" y="4333075"/>
            <a:ext cx="620971" cy="4714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dirty="0"/>
              <a:t>LED</a:t>
            </a:r>
            <a:endParaRPr kumimoji="1" lang="ja-JP" altLang="en-US" sz="1000" dirty="0"/>
          </a:p>
        </p:txBody>
      </p:sp>
      <p:cxnSp>
        <p:nvCxnSpPr>
          <p:cNvPr id="153" name="直線矢印コネクタ 152">
            <a:extLst>
              <a:ext uri="{FF2B5EF4-FFF2-40B4-BE49-F238E27FC236}">
                <a16:creationId xmlns:a16="http://schemas.microsoft.com/office/drawing/2014/main" id="{F2FDBEC7-20B8-DC8A-FADF-8C70C997E5EF}"/>
              </a:ext>
            </a:extLst>
          </p:cNvPr>
          <p:cNvCxnSpPr>
            <a:cxnSpLocks/>
            <a:endCxn id="151" idx="1"/>
          </p:cNvCxnSpPr>
          <p:nvPr/>
        </p:nvCxnSpPr>
        <p:spPr>
          <a:xfrm>
            <a:off x="8666531" y="4562989"/>
            <a:ext cx="2956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9F900901-7807-EA15-FEF3-223F1C45171F}"/>
              </a:ext>
            </a:extLst>
          </p:cNvPr>
          <p:cNvCxnSpPr>
            <a:cxnSpLocks/>
          </p:cNvCxnSpPr>
          <p:nvPr/>
        </p:nvCxnSpPr>
        <p:spPr>
          <a:xfrm>
            <a:off x="4075007" y="3909778"/>
            <a:ext cx="0" cy="205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DCD948AE-DC6A-ED7A-5D53-E73CCDAD5A82}"/>
              </a:ext>
            </a:extLst>
          </p:cNvPr>
          <p:cNvSpPr/>
          <p:nvPr/>
        </p:nvSpPr>
        <p:spPr>
          <a:xfrm>
            <a:off x="4140426" y="4864240"/>
            <a:ext cx="1058936" cy="29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200" dirty="0"/>
              <a:t>width conv</a:t>
            </a:r>
            <a:endParaRPr lang="ja-JP" altLang="en-US" sz="1200" dirty="0"/>
          </a:p>
        </p:txBody>
      </p: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52CB8F69-DB04-124A-1044-A16F1AB17F68}"/>
              </a:ext>
            </a:extLst>
          </p:cNvPr>
          <p:cNvCxnSpPr>
            <a:cxnSpLocks/>
            <a:stCxn id="38" idx="2"/>
            <a:endCxn id="158" idx="0"/>
          </p:cNvCxnSpPr>
          <p:nvPr/>
        </p:nvCxnSpPr>
        <p:spPr>
          <a:xfrm flipH="1">
            <a:off x="4669894" y="4734190"/>
            <a:ext cx="5229" cy="130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A664BEB-5432-6D1F-292C-2981CF6B6EDC}"/>
              </a:ext>
            </a:extLst>
          </p:cNvPr>
          <p:cNvSpPr/>
          <p:nvPr/>
        </p:nvSpPr>
        <p:spPr>
          <a:xfrm>
            <a:off x="7648096" y="2380978"/>
            <a:ext cx="735991" cy="534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dirty="0"/>
              <a:t>PMOD</a:t>
            </a:r>
          </a:p>
          <a:p>
            <a:pPr algn="ctr"/>
            <a:r>
              <a:rPr lang="en-US" altLang="ja-JP" sz="1200" dirty="0"/>
              <a:t>Control</a:t>
            </a:r>
            <a:endParaRPr kumimoji="1" lang="ja-JP" altLang="en-US" sz="1200" dirty="0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EC5735EC-B4C6-86B2-307F-FE0CC6B5B429}"/>
              </a:ext>
            </a:extLst>
          </p:cNvPr>
          <p:cNvCxnSpPr>
            <a:cxnSpLocks/>
          </p:cNvCxnSpPr>
          <p:nvPr/>
        </p:nvCxnSpPr>
        <p:spPr>
          <a:xfrm>
            <a:off x="7286303" y="2809973"/>
            <a:ext cx="361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AF8729C9-5CE0-B993-9DCE-243A702D2975}"/>
              </a:ext>
            </a:extLst>
          </p:cNvPr>
          <p:cNvCxnSpPr>
            <a:cxnSpLocks/>
          </p:cNvCxnSpPr>
          <p:nvPr/>
        </p:nvCxnSpPr>
        <p:spPr>
          <a:xfrm>
            <a:off x="7434841" y="2516668"/>
            <a:ext cx="2011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5239F1B-71D6-A227-BBFA-1F9C4BC0D3A4}"/>
              </a:ext>
            </a:extLst>
          </p:cNvPr>
          <p:cNvCxnSpPr>
            <a:cxnSpLocks/>
          </p:cNvCxnSpPr>
          <p:nvPr/>
        </p:nvCxnSpPr>
        <p:spPr>
          <a:xfrm flipV="1">
            <a:off x="7436111" y="633231"/>
            <a:ext cx="0" cy="18884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83E609D-1274-6C7A-BDBA-2059F1CC169F}"/>
              </a:ext>
            </a:extLst>
          </p:cNvPr>
          <p:cNvCxnSpPr>
            <a:stCxn id="149" idx="3"/>
          </p:cNvCxnSpPr>
          <p:nvPr/>
        </p:nvCxnSpPr>
        <p:spPr>
          <a:xfrm>
            <a:off x="9585290" y="2646616"/>
            <a:ext cx="456018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C68660A-4A6F-2BDF-E196-F85E0B714F80}"/>
              </a:ext>
            </a:extLst>
          </p:cNvPr>
          <p:cNvSpPr/>
          <p:nvPr/>
        </p:nvSpPr>
        <p:spPr>
          <a:xfrm>
            <a:off x="10045450" y="2213843"/>
            <a:ext cx="730797" cy="826094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dirty="0"/>
              <a:t>Lighting</a:t>
            </a:r>
            <a:br>
              <a:rPr kumimoji="1" lang="en-US" altLang="ja-JP" sz="1000" dirty="0"/>
            </a:br>
            <a:r>
              <a:rPr kumimoji="1" lang="en-US" altLang="ja-JP" sz="1000" dirty="0"/>
              <a:t>System</a:t>
            </a:r>
            <a:endParaRPr kumimoji="1" lang="ja-JP" altLang="en-US" sz="10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3985195-B5ED-4D51-F808-2DB6AC3F6599}"/>
              </a:ext>
            </a:extLst>
          </p:cNvPr>
          <p:cNvSpPr txBox="1"/>
          <p:nvPr/>
        </p:nvSpPr>
        <p:spPr>
          <a:xfrm rot="16200000">
            <a:off x="7128426" y="1914100"/>
            <a:ext cx="8194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MONITOR</a:t>
            </a:r>
            <a:endParaRPr kumimoji="1" lang="ja-JP" altLang="en-US" sz="1050" dirty="0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8B4C187-58A3-FD4D-3026-D7EF56832735}"/>
              </a:ext>
            </a:extLst>
          </p:cNvPr>
          <p:cNvCxnSpPr>
            <a:cxnSpLocks/>
          </p:cNvCxnSpPr>
          <p:nvPr/>
        </p:nvCxnSpPr>
        <p:spPr>
          <a:xfrm flipV="1">
            <a:off x="7791349" y="2915619"/>
            <a:ext cx="0" cy="196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1BB2268-27D8-B35E-F141-6FC19C112707}"/>
              </a:ext>
            </a:extLst>
          </p:cNvPr>
          <p:cNvCxnSpPr>
            <a:cxnSpLocks/>
          </p:cNvCxnSpPr>
          <p:nvPr/>
        </p:nvCxnSpPr>
        <p:spPr>
          <a:xfrm>
            <a:off x="6616513" y="3102553"/>
            <a:ext cx="11702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490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3158</TotalTime>
  <Words>83</Words>
  <Application>Microsoft Office PowerPoint</Application>
  <PresentationFormat>ワイド画面</PresentationFormat>
  <Paragraphs>45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竜司 渕上</dc:creator>
  <cp:lastModifiedBy>竜司 渕上</cp:lastModifiedBy>
  <cp:revision>9</cp:revision>
  <dcterms:created xsi:type="dcterms:W3CDTF">2025-09-23T07:43:34Z</dcterms:created>
  <dcterms:modified xsi:type="dcterms:W3CDTF">2026-06-12T10:11:39Z</dcterms:modified>
</cp:coreProperties>
</file>